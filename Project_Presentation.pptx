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Undo-Redo Text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Mini Project</a:t>
            </a:r>
          </a:p>
          <a:p>
            <a:pPr>
              <a:defRPr sz="2200"/>
            </a:pPr>
            <a:r>
              <a:t>Language: C++17 | GUI: Qt 6 Widgets</a:t>
            </a:r>
          </a:p>
          <a:p>
            <a:pPr>
              <a:defRPr sz="2200"/>
            </a:pPr>
            <a:r>
              <a:t>Data Structures: Stack and Doubly Linked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Text editors need a way to reverse and restore edits.</a:t>
            </a:r>
          </a:p>
          <a:p>
            <a:pPr>
              <a:defRPr sz="2200"/>
            </a:pPr>
            <a:r>
              <a:t>Users also benefit from seeing a chronological editing history.</a:t>
            </a:r>
          </a:p>
          <a:p>
            <a:pPr>
              <a:defRPr sz="2200"/>
            </a:pPr>
            <a:r>
              <a:t>Goal: implement these features in a simple desktop GUI.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 and edit text</a:t>
            </a:r>
          </a:p>
          <a:p>
            <a:pPr>
              <a:defRPr sz="2200"/>
            </a:pPr>
            <a:r>
              <a:t>Undo and redo changes</a:t>
            </a:r>
          </a:p>
          <a:p>
            <a:pPr>
              <a:defRPr sz="2200"/>
            </a:pPr>
            <a:r>
              <a:t>View timestamped history</a:t>
            </a:r>
          </a:p>
          <a:p>
            <a:pPr>
              <a:defRPr sz="2200"/>
            </a:pPr>
            <a:r>
              <a:t>Clear editor</a:t>
            </a:r>
          </a:p>
          <a:p>
            <a:pPr>
              <a:defRPr sz="2200"/>
            </a:pPr>
            <a:r>
              <a:t>Open and save .txt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C++17</a:t>
            </a:r>
          </a:p>
          <a:p>
            <a:pPr>
              <a:defRPr sz="2200"/>
            </a:pPr>
            <a:r>
              <a:t>Qt 6 Widgets</a:t>
            </a:r>
          </a:p>
          <a:p>
            <a:pPr>
              <a:defRPr sz="2200"/>
            </a:pPr>
            <a:r>
              <a:t>CMake</a:t>
            </a:r>
          </a:p>
          <a:p>
            <a:pPr>
              <a:defRPr sz="2200"/>
            </a:pPr>
            <a:r>
              <a:t>Qt Creator (recommended)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Undo stack: previous document snapshots</a:t>
            </a:r>
          </a:p>
          <a:p>
            <a:pPr>
              <a:defRPr sz="2200"/>
            </a:pPr>
            <a:r>
              <a:t>Redo stack: states available after Undo</a:t>
            </a:r>
          </a:p>
          <a:p>
            <a:pPr>
              <a:defRPr sz="2200"/>
            </a:pPr>
            <a:r>
              <a:t>Doubly linked list: chronological HistoryEntry records</a:t>
            </a:r>
          </a:p>
          <a:p>
            <a:pPr>
              <a:defRPr sz="2200"/>
            </a:pPr>
            <a:r>
              <a:t>New edit clears the redo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Text changed → push old text to Undo stack</a:t>
            </a:r>
          </a:p>
          <a:p>
            <a:pPr>
              <a:defRPr sz="2200"/>
            </a:pPr>
            <a:r>
              <a:t>Update current text and clear Redo stack</a:t>
            </a:r>
          </a:p>
          <a:p>
            <a:pPr>
              <a:defRPr sz="2200"/>
            </a:pPr>
            <a:r>
              <a:t>Undo → current state to Redo; restore Undo top</a:t>
            </a:r>
          </a:p>
          <a:p>
            <a:pPr>
              <a:defRPr sz="2200"/>
            </a:pPr>
            <a:r>
              <a:t>Redo → current state to Undo; restore Redo top</a:t>
            </a:r>
          </a:p>
          <a:p>
            <a:pPr>
              <a:defRPr sz="2200"/>
            </a:pPr>
            <a:r>
              <a:t>Append action, timestamp, and preview to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Type text and verify history</a:t>
            </a:r>
          </a:p>
          <a:p>
            <a:pPr>
              <a:defRPr sz="2200"/>
            </a:pPr>
            <a:r>
              <a:t>Undo and redo a change</a:t>
            </a:r>
          </a:p>
          <a:p>
            <a:pPr>
              <a:defRPr sz="2200"/>
            </a:pPr>
            <a:r>
              <a:t>Undo then type new text; redo should be disabled</a:t>
            </a:r>
          </a:p>
          <a:p>
            <a:pPr>
              <a:defRPr sz="2200"/>
            </a:pPr>
            <a:r>
              <a:t>Clear text and undo</a:t>
            </a:r>
          </a:p>
          <a:p>
            <a:pPr>
              <a:defRPr sz="2200"/>
            </a:pPr>
            <a:r>
              <a:t>Open and save a TXT 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Full snapshots can use memory for large documents</a:t>
            </a:r>
          </a:p>
          <a:p>
            <a:pPr>
              <a:defRPr sz="2200"/>
            </a:pPr>
            <a:r>
              <a:t>Group consecutive keystrokes into one undo step</a:t>
            </a:r>
          </a:p>
          <a:p>
            <a:pPr>
              <a:defRPr sz="2200"/>
            </a:pPr>
            <a:r>
              <a:t>Add keyboard shortcuts and richer formatting</a:t>
            </a:r>
          </a:p>
          <a:p>
            <a:pPr>
              <a:defRPr sz="2200"/>
            </a:pPr>
            <a:r>
              <a:t>Save/load history between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Demonstrates stack and doubly linked list concepts</a:t>
            </a:r>
          </a:p>
          <a:p>
            <a:pPr>
              <a:defRPr sz="2200"/>
            </a:pPr>
            <a:r>
              <a:t>Provides a simple usable GUI text editor</a:t>
            </a:r>
          </a:p>
          <a:p>
            <a:pPr>
              <a:defRPr sz="2200"/>
            </a:pPr>
            <a:r>
              <a:t>Can be extended into a more advanced editor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